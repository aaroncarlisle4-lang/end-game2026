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mSgOvgSMFEiTdthMfRp36hkdk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sided aortic arch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base of 1</a:t>
            </a:r>
            <a:r>
              <a:rPr baseline="30000" lang="en-GB"/>
              <a:t>st</a:t>
            </a:r>
            <a:r>
              <a:rPr lang="en-GB"/>
              <a:t> metacarpal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Ulnar styloid fracture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Distal radial fracture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upper lobe opacities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Pneumoperitoneum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Avascular necrosis right femoral head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base of fifth metacarpal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lower lobe collapse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 of fifth metatarsal fracture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proximal phalanx 4</a:t>
            </a:r>
            <a:r>
              <a:rPr baseline="30000" lang="en-GB"/>
              <a:t>th</a:t>
            </a:r>
            <a:r>
              <a:rPr lang="en-GB"/>
              <a:t> toe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Ulna shaft fracture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Scaphoid fracture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Calcification in triangular fibrocartilage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anterior C7 vertebral body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Supracondylar fracture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Distal humeral fracture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Acromioclavicular joint dislocation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Sternal fracture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Rickets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-14749" l="650" r="-650" t="14749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825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66875" y="1524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5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4854" y="231763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5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2020-09-06T12:12:01Z</dcterms:created>
  <dc:creator>Asaad Osman</dc:creator>
</cp:coreProperties>
</file>