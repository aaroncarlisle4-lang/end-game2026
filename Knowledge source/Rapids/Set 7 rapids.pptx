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1SoLIPPHLLIwaJaaboh9wGIrv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neck of femur fracture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Stress fracture 3</a:t>
            </a:r>
            <a:r>
              <a:rPr baseline="30000" lang="en-GB"/>
              <a:t>rd</a:t>
            </a:r>
            <a:r>
              <a:rPr lang="en-GB"/>
              <a:t> metatarsal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Compression fracture C4 vertebral body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C1 burst fracture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aka Jefferson fracture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Odontoid peg fracture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Surgical clips normal</a:t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Lytic lesion in the inferior pubic ramus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ulna and radial head dislocation</a:t>
            </a:r>
            <a:endParaRPr/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47" name="Google Shape;1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Distal radius fracture</a:t>
            </a:r>
            <a:endParaRPr/>
          </a:p>
        </p:txBody>
      </p:sp>
      <p:sp>
        <p:nvSpPr>
          <p:cNvPr id="153" name="Google Shape;1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Supracondylar fracture</a:t>
            </a:r>
            <a:endParaRPr/>
          </a:p>
        </p:txBody>
      </p:sp>
      <p:sp>
        <p:nvSpPr>
          <p:cNvPr id="159" name="Google Shape;1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65" name="Google Shape;1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71" name="Google Shape;1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Greenstick fracture distal radius</a:t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Avulsed medial epicondyle</a:t>
            </a:r>
            <a:endParaRPr/>
          </a:p>
        </p:txBody>
      </p:sp>
      <p:sp>
        <p:nvSpPr>
          <p:cNvPr id="183" name="Google Shape;1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89" name="Google Shape;1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condylar neck fracture</a:t>
            </a:r>
            <a:endParaRPr/>
          </a:p>
        </p:txBody>
      </p:sp>
      <p:sp>
        <p:nvSpPr>
          <p:cNvPr id="195" name="Google Shape;19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Segond fracture</a:t>
            </a:r>
            <a:endParaRPr/>
          </a:p>
        </p:txBody>
      </p:sp>
      <p:sp>
        <p:nvSpPr>
          <p:cNvPr id="201" name="Google Shape;2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07" name="Google Shape;20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 upper lobe mass</a:t>
            </a:r>
            <a:endParaRPr/>
          </a:p>
        </p:txBody>
      </p:sp>
      <p:sp>
        <p:nvSpPr>
          <p:cNvPr id="213" name="Google Shape;2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Supraspinatus calcification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Nodular interstitial shadowing in the imaged lung</a:t>
            </a:r>
            <a:endParaRPr/>
          </a:p>
        </p:txBody>
      </p:sp>
      <p:sp>
        <p:nvSpPr>
          <p:cNvPr id="219" name="Google Shape;2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25" name="Google Shape;22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7</a:t>
            </a:r>
            <a:r>
              <a:rPr baseline="30000" lang="en-GB"/>
              <a:t>th</a:t>
            </a:r>
            <a:r>
              <a:rPr lang="en-GB"/>
              <a:t> rib fracture</a:t>
            </a:r>
            <a:endParaRPr/>
          </a:p>
        </p:txBody>
      </p:sp>
      <p:sp>
        <p:nvSpPr>
          <p:cNvPr id="231" name="Google Shape;23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4</a:t>
            </a:r>
            <a:r>
              <a:rPr baseline="30000" lang="en-GB"/>
              <a:t>th</a:t>
            </a:r>
            <a:r>
              <a:rPr lang="en-GB"/>
              <a:t> metacarpal</a:t>
            </a:r>
            <a:endParaRPr/>
          </a:p>
        </p:txBody>
      </p:sp>
      <p:sp>
        <p:nvSpPr>
          <p:cNvPr id="237" name="Google Shape;23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distal femur</a:t>
            </a:r>
            <a:endParaRPr/>
          </a:p>
        </p:txBody>
      </p:sp>
      <p:sp>
        <p:nvSpPr>
          <p:cNvPr id="243" name="Google Shape;24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49" name="Google Shape;24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Mid thoracic vertebral wedge compression fracture</a:t>
            </a:r>
            <a:endParaRPr/>
          </a:p>
        </p:txBody>
      </p:sp>
      <p:sp>
        <p:nvSpPr>
          <p:cNvPr id="255" name="Google Shape;2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 variant – os ulnar styloid</a:t>
            </a:r>
            <a:endParaRPr/>
          </a:p>
        </p:txBody>
      </p:sp>
      <p:sp>
        <p:nvSpPr>
          <p:cNvPr id="261" name="Google Shape;2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6675" y="11223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961" y="599697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675" y="-170655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4841" y="-1218073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255" y="12411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850" y="-6254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318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979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7660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2020-09-06T15:18:00Z</dcterms:created>
  <dc:creator>Asaad Osman</dc:creator>
</cp:coreProperties>
</file>