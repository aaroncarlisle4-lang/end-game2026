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iqCxl5SzVeuTsMlw2FvD/UAi9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Bilateral hilar lymphadenopathy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Lytic lesion midshaft femur</a:t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Abnormal L5 vertebral body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?hemivertebrae</a:t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Left lower lobe consolidation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Left SUFE</a:t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Avascular necrosis talar dome</a:t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41" name="Google Shape;1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Lytic lesion right ilium</a:t>
            </a:r>
            <a:endParaRPr/>
          </a:p>
        </p:txBody>
      </p:sp>
      <p:sp>
        <p:nvSpPr>
          <p:cNvPr id="147" name="Google Shape;1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53" name="Google Shape;1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Buckle fracture proximal radius shaft</a:t>
            </a:r>
            <a:endParaRPr/>
          </a:p>
        </p:txBody>
      </p:sp>
      <p:sp>
        <p:nvSpPr>
          <p:cNvPr id="159" name="Google Shape;1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65" name="Google Shape;1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Radial neck fracture</a:t>
            </a:r>
            <a:endParaRPr/>
          </a:p>
        </p:txBody>
      </p:sp>
      <p:sp>
        <p:nvSpPr>
          <p:cNvPr id="171" name="Google Shape;1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77" name="Google Shape;1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distal tibia – SH2</a:t>
            </a:r>
            <a:endParaRPr/>
          </a:p>
        </p:txBody>
      </p:sp>
      <p:sp>
        <p:nvSpPr>
          <p:cNvPr id="183" name="Google Shape;1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Small fragment avulsed from lateral condyle of tibia - Segond fracture</a:t>
            </a:r>
            <a:endParaRPr/>
          </a:p>
        </p:txBody>
      </p:sp>
      <p:sp>
        <p:nvSpPr>
          <p:cNvPr id="189" name="Google Shape;1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95" name="Google Shape;19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Bilateral avascular necrosis of femoral heads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Splenomegaly</a:t>
            </a:r>
            <a:endParaRPr/>
          </a:p>
        </p:txBody>
      </p:sp>
      <p:sp>
        <p:nvSpPr>
          <p:cNvPr id="201" name="Google Shape;20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07" name="Google Shape;20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Right hilar mass</a:t>
            </a:r>
            <a:endParaRPr/>
          </a:p>
        </p:txBody>
      </p:sp>
      <p:sp>
        <p:nvSpPr>
          <p:cNvPr id="213" name="Google Shape;21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19" name="Google Shape;21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Ulna fracture</a:t>
            </a:r>
            <a:endParaRPr/>
          </a:p>
        </p:txBody>
      </p:sp>
      <p:sp>
        <p:nvSpPr>
          <p:cNvPr id="225" name="Google Shape;22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distal 5</a:t>
            </a:r>
            <a:r>
              <a:rPr baseline="30000" lang="en-GB"/>
              <a:t>th</a:t>
            </a:r>
            <a:r>
              <a:rPr lang="en-GB"/>
              <a:t> metacarpal</a:t>
            </a:r>
            <a:endParaRPr/>
          </a:p>
        </p:txBody>
      </p:sp>
      <p:sp>
        <p:nvSpPr>
          <p:cNvPr id="231" name="Google Shape;23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Croup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Gas in left GH joint is normal in child</a:t>
            </a:r>
            <a:endParaRPr/>
          </a:p>
        </p:txBody>
      </p:sp>
      <p:sp>
        <p:nvSpPr>
          <p:cNvPr id="237" name="Google Shape;23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distal tibia – SH3</a:t>
            </a:r>
            <a:endParaRPr/>
          </a:p>
        </p:txBody>
      </p:sp>
      <p:sp>
        <p:nvSpPr>
          <p:cNvPr id="243" name="Google Shape;24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Greenstick fracture distal radius</a:t>
            </a:r>
            <a:endParaRPr/>
          </a:p>
        </p:txBody>
      </p:sp>
      <p:sp>
        <p:nvSpPr>
          <p:cNvPr id="255" name="Google Shape;2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Right apical mass</a:t>
            </a:r>
            <a:endParaRPr/>
          </a:p>
        </p:txBody>
      </p:sp>
      <p:sp>
        <p:nvSpPr>
          <p:cNvPr id="261" name="Google Shape;26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jpg"/><Relationship Id="rId4" Type="http://schemas.openxmlformats.org/officeDocument/2006/relationships/image" Target="../media/image1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603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053003">
            <a:off x="-3680424" y="-1427446"/>
            <a:ext cx="16815453" cy="881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28400" y="-1500225"/>
            <a:ext cx="16081526" cy="843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42950" y="-1060625"/>
            <a:ext cx="17054448" cy="89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4094" y="46354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79455" y="1609521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6675" y="-192565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14750" y="-1552975"/>
            <a:ext cx="17583499" cy="922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86737" y="-180975"/>
            <a:ext cx="14165477" cy="74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841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458825" y="40375"/>
            <a:ext cx="16569000" cy="869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84800" y="1147800"/>
            <a:ext cx="1307583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2020-09-06T14:17:12Z</dcterms:created>
  <dc:creator>Asaad Osman</dc:creator>
</cp:coreProperties>
</file>