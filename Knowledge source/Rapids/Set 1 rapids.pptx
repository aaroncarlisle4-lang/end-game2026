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ziQ8GHdDcX9X6teMfNKmyFn0K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radius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dorsal talus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Bronchial carcinoma – superior to right hilum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Right cervical rib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 of 5</a:t>
            </a:r>
            <a:r>
              <a:rPr baseline="30000" lang="en-GB"/>
              <a:t>th</a:t>
            </a:r>
            <a:r>
              <a:rPr lang="en-GB"/>
              <a:t> fracture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Left apical pneumothorax</a:t>
            </a:r>
            <a:endParaRPr/>
          </a:p>
        </p:txBody>
      </p:sp>
      <p:sp>
        <p:nvSpPr>
          <p:cNvPr id="135" name="Google Shape;1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distal fibiula</a:t>
            </a:r>
            <a:endParaRPr/>
          </a:p>
        </p:txBody>
      </p:sp>
      <p:sp>
        <p:nvSpPr>
          <p:cNvPr id="141" name="Google Shape;1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Subluxation acromioclavicular joint</a:t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59" name="Google Shape;1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Buckle fracture distal radius</a:t>
            </a:r>
            <a:endParaRPr/>
          </a:p>
        </p:txBody>
      </p:sp>
      <p:sp>
        <p:nvSpPr>
          <p:cNvPr id="165" name="Google Shape;1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right zygomatic arch</a:t>
            </a:r>
            <a:endParaRPr/>
          </a:p>
        </p:txBody>
      </p:sp>
      <p:sp>
        <p:nvSpPr>
          <p:cNvPr id="171" name="Google Shape;17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Intertrochanteric fracture right hip</a:t>
            </a:r>
            <a:endParaRPr/>
          </a:p>
        </p:txBody>
      </p:sp>
      <p:sp>
        <p:nvSpPr>
          <p:cNvPr id="183" name="Google Shape;1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89" name="Google Shape;1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195" name="Google Shape;19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01" name="Google Shape;20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07" name="Google Shape;20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13" name="Google Shape;21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Lipohaemarthrosis</a:t>
            </a:r>
            <a:endParaRPr/>
          </a:p>
        </p:txBody>
      </p:sp>
      <p:sp>
        <p:nvSpPr>
          <p:cNvPr id="219" name="Google Shape;2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Fracture calcaneum</a:t>
            </a:r>
            <a:endParaRPr/>
          </a:p>
        </p:txBody>
      </p:sp>
      <p:sp>
        <p:nvSpPr>
          <p:cNvPr id="225" name="Google Shape;22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31" name="Google Shape;23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Segond fracture</a:t>
            </a:r>
            <a:endParaRPr/>
          </a:p>
        </p:txBody>
      </p:sp>
      <p:sp>
        <p:nvSpPr>
          <p:cNvPr id="237" name="Google Shape;23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43" name="Google Shape;24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normal</a:t>
            </a:r>
            <a:endParaRPr/>
          </a:p>
        </p:txBody>
      </p:sp>
      <p:sp>
        <p:nvSpPr>
          <p:cNvPr id="249" name="Google Shape;24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 of radius fracture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Elbow joint effusion</a:t>
            </a:r>
            <a:endParaRPr/>
          </a:p>
        </p:txBody>
      </p:sp>
      <p:sp>
        <p:nvSpPr>
          <p:cNvPr id="261" name="Google Shape;2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370" y="30486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4600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8000" y="217022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46100" y="-1852975"/>
            <a:ext cx="17693875" cy="928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826" y="-2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775"/>
            <a:ext cx="12192000" cy="63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91925" y="-1821575"/>
            <a:ext cx="17215901" cy="90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43075" y="-1406350"/>
            <a:ext cx="16303402" cy="855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5275" y="-2023050"/>
            <a:ext cx="17811826" cy="934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52725" y="-1883926"/>
            <a:ext cx="16882152" cy="885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06850" y="-1450150"/>
            <a:ext cx="15398851" cy="807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334150" y="-4037175"/>
            <a:ext cx="27949502" cy="1449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65650" y="-713475"/>
            <a:ext cx="16040650" cy="861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985100" y="-694225"/>
            <a:ext cx="15723125" cy="824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55050" y="-2282650"/>
            <a:ext cx="20107752" cy="10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79200" y="-1342725"/>
            <a:ext cx="15910877" cy="834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22400" y="-2381100"/>
            <a:ext cx="16933099" cy="88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23275" y="-1217400"/>
            <a:ext cx="15194074" cy="79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90925" y="-1951425"/>
            <a:ext cx="16491125" cy="864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227500" y="-2157325"/>
            <a:ext cx="18161923" cy="95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35350" y="1931800"/>
            <a:ext cx="1307582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78750" y="-1709750"/>
            <a:ext cx="17117198" cy="962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144050" y="-1154750"/>
            <a:ext cx="18818798" cy="987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60325" y="-1020475"/>
            <a:ext cx="18095573" cy="949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67025" y="-2318450"/>
            <a:ext cx="19716902" cy="1034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30325" y="-2730225"/>
            <a:ext cx="20007077" cy="104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0350" y="-930950"/>
            <a:ext cx="19460875" cy="1020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55225" y="-2605388"/>
            <a:ext cx="23010974" cy="1206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2020-09-06T08:08:15Z</dcterms:created>
  <dc:creator>Asaad Osman</dc:creator>
</cp:coreProperties>
</file>