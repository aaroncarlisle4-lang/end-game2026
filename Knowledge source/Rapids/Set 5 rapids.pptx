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iEbTWbjzspkP3ytpwNBetSwv/a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neck of 5</a:t>
            </a:r>
            <a:r>
              <a:rPr baseline="30000" lang="en-GB"/>
              <a:t>th</a:t>
            </a:r>
            <a:r>
              <a:rPr lang="en-GB"/>
              <a:t> metatarsal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Right aortic arch</a:t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distal radius</a:t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distal tibia and fibula</a:t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23" name="Google Shape;1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right body of mandible</a:t>
            </a:r>
            <a:endParaRPr/>
          </a:p>
        </p:txBody>
      </p:sp>
      <p:sp>
        <p:nvSpPr>
          <p:cNvPr id="129" name="Google Shape;1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35" name="Google Shape;1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41" name="Google Shape;1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Right apical pneumothorax</a:t>
            </a:r>
            <a:endParaRPr/>
          </a:p>
        </p:txBody>
      </p:sp>
      <p:sp>
        <p:nvSpPr>
          <p:cNvPr id="147" name="Google Shape;1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at base of 5</a:t>
            </a:r>
            <a:r>
              <a:rPr baseline="30000" lang="en-GB"/>
              <a:t>th</a:t>
            </a:r>
            <a:r>
              <a:rPr lang="en-GB"/>
              <a:t> metacarpal</a:t>
            </a:r>
            <a:endParaRPr/>
          </a:p>
        </p:txBody>
      </p:sp>
      <p:sp>
        <p:nvSpPr>
          <p:cNvPr id="153" name="Google Shape;1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59" name="Google Shape;1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Distal radius fracture</a:t>
            </a:r>
            <a:endParaRPr/>
          </a:p>
        </p:txBody>
      </p:sp>
      <p:sp>
        <p:nvSpPr>
          <p:cNvPr id="165" name="Google Shape;16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base of 5</a:t>
            </a:r>
            <a:r>
              <a:rPr baseline="30000" lang="en-GB"/>
              <a:t>th</a:t>
            </a:r>
            <a:r>
              <a:rPr lang="en-GB"/>
              <a:t> metatarsal</a:t>
            </a:r>
            <a:endParaRPr/>
          </a:p>
        </p:txBody>
      </p:sp>
      <p:sp>
        <p:nvSpPr>
          <p:cNvPr id="171" name="Google Shape;17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Left lower lobe collapse</a:t>
            </a:r>
            <a:endParaRPr/>
          </a:p>
        </p:txBody>
      </p:sp>
      <p:sp>
        <p:nvSpPr>
          <p:cNvPr id="177" name="Google Shape;17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Proximal ulna fracture</a:t>
            </a:r>
            <a:endParaRPr/>
          </a:p>
        </p:txBody>
      </p:sp>
      <p:sp>
        <p:nvSpPr>
          <p:cNvPr id="183" name="Google Shape;18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89" name="Google Shape;18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Acromioclavicular joint subluxation</a:t>
            </a:r>
            <a:endParaRPr/>
          </a:p>
        </p:txBody>
      </p:sp>
      <p:sp>
        <p:nvSpPr>
          <p:cNvPr id="195" name="Google Shape;19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Radial head dislocation</a:t>
            </a:r>
            <a:endParaRPr/>
          </a:p>
        </p:txBody>
      </p:sp>
      <p:sp>
        <p:nvSpPr>
          <p:cNvPr id="201" name="Google Shape;20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Pneumoperitoneum</a:t>
            </a:r>
            <a:endParaRPr/>
          </a:p>
        </p:txBody>
      </p:sp>
      <p:sp>
        <p:nvSpPr>
          <p:cNvPr id="207" name="Google Shape;20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</a:t>
            </a:r>
            <a:r>
              <a:rPr baseline="30000" lang="en-GB"/>
              <a:t>th</a:t>
            </a:r>
            <a:r>
              <a:rPr lang="en-GB"/>
              <a:t> metatarsal fracture</a:t>
            </a:r>
            <a:endParaRPr/>
          </a:p>
        </p:txBody>
      </p:sp>
      <p:sp>
        <p:nvSpPr>
          <p:cNvPr id="213" name="Google Shape;21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19" name="Google Shape;21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Greenstick fracture base of 1</a:t>
            </a:r>
            <a:r>
              <a:rPr baseline="30000" lang="en-GB"/>
              <a:t>st</a:t>
            </a:r>
            <a:r>
              <a:rPr lang="en-GB"/>
              <a:t> metacarpal</a:t>
            </a:r>
            <a:endParaRPr/>
          </a:p>
        </p:txBody>
      </p:sp>
      <p:sp>
        <p:nvSpPr>
          <p:cNvPr id="225" name="Google Shape;22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Right upper zone opacity</a:t>
            </a:r>
            <a:endParaRPr/>
          </a:p>
        </p:txBody>
      </p:sp>
      <p:sp>
        <p:nvSpPr>
          <p:cNvPr id="231" name="Google Shape;23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37" name="Google Shape;23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distal fibula</a:t>
            </a:r>
            <a:endParaRPr/>
          </a:p>
        </p:txBody>
      </p:sp>
      <p:sp>
        <p:nvSpPr>
          <p:cNvPr id="243" name="Google Shape;24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Right apical pneumothorax</a:t>
            </a:r>
            <a:endParaRPr/>
          </a:p>
        </p:txBody>
      </p:sp>
      <p:sp>
        <p:nvSpPr>
          <p:cNvPr id="249" name="Google Shape;24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Lisfranc injury complex</a:t>
            </a:r>
            <a:endParaRPr/>
          </a:p>
        </p:txBody>
      </p:sp>
      <p:sp>
        <p:nvSpPr>
          <p:cNvPr id="255" name="Google Shape;25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15182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" y="-425007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2020-09-06T13:24:11Z</dcterms:created>
  <dc:creator>Asaad Osman</dc:creator>
</cp:coreProperties>
</file>