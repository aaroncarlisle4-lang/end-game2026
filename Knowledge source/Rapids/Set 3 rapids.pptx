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gmL+R+KY9rTA7fJYm+thzv/0Ya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Left body of mandible fracture</a:t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Left zygomatic arch fracture</a:t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sacroiliitis</a:t>
            </a:r>
            <a:endParaRPr/>
          </a:p>
        </p:txBody>
      </p:sp>
      <p:sp>
        <p:nvSpPr>
          <p:cNvPr id="123" name="Google Shape;12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tibia</a:t>
            </a:r>
            <a:endParaRPr/>
          </a:p>
        </p:txBody>
      </p:sp>
      <p:sp>
        <p:nvSpPr>
          <p:cNvPr id="129" name="Google Shape;1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35" name="Google Shape;1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41" name="Google Shape;14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47" name="Google Shape;1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53" name="Google Shape;15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Lipohaemarthrosis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Bone fragment adjacent to lateral epicondyle – Segond fracture</a:t>
            </a:r>
            <a:endParaRPr/>
          </a:p>
        </p:txBody>
      </p:sp>
      <p:sp>
        <p:nvSpPr>
          <p:cNvPr id="159" name="Google Shape;15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65" name="Google Shape;16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Lipohaemarthrosis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clear fracture</a:t>
            </a:r>
            <a:endParaRPr/>
          </a:p>
        </p:txBody>
      </p:sp>
      <p:sp>
        <p:nvSpPr>
          <p:cNvPr id="171" name="Google Shape;17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77" name="Google Shape;17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83" name="Google Shape;18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Triquetral fracture</a:t>
            </a:r>
            <a:endParaRPr/>
          </a:p>
        </p:txBody>
      </p:sp>
      <p:sp>
        <p:nvSpPr>
          <p:cNvPr id="189" name="Google Shape;18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95" name="Google Shape;19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Lisfranc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Base of 3</a:t>
            </a:r>
            <a:r>
              <a:rPr baseline="30000" lang="en-GB"/>
              <a:t>rd</a:t>
            </a:r>
            <a:r>
              <a:rPr lang="en-GB"/>
              <a:t> metatarsal fracture subluxation</a:t>
            </a:r>
            <a:endParaRPr/>
          </a:p>
        </p:txBody>
      </p:sp>
      <p:sp>
        <p:nvSpPr>
          <p:cNvPr id="201" name="Google Shape;20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radial head</a:t>
            </a:r>
            <a:endParaRPr/>
          </a:p>
        </p:txBody>
      </p:sp>
      <p:sp>
        <p:nvSpPr>
          <p:cNvPr id="207" name="Google Shape;20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proximal phalanx of 5</a:t>
            </a:r>
            <a:r>
              <a:rPr baseline="30000" lang="en-GB"/>
              <a:t>th</a:t>
            </a:r>
            <a:r>
              <a:rPr lang="en-GB"/>
              <a:t> toe</a:t>
            </a:r>
            <a:endParaRPr/>
          </a:p>
        </p:txBody>
      </p:sp>
      <p:sp>
        <p:nvSpPr>
          <p:cNvPr id="213" name="Google Shape;21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right body of mandible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Subtle fracture left body of mandible</a:t>
            </a:r>
            <a:endParaRPr/>
          </a:p>
        </p:txBody>
      </p:sp>
      <p:sp>
        <p:nvSpPr>
          <p:cNvPr id="219" name="Google Shape;21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Stress fracture calcaneum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Sclerotic area in body of calcaneum</a:t>
            </a:r>
            <a:endParaRPr/>
          </a:p>
        </p:txBody>
      </p:sp>
      <p:sp>
        <p:nvSpPr>
          <p:cNvPr id="225" name="Google Shape;22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231" name="Google Shape;23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Lower thoracic vertebra wedge fracture</a:t>
            </a:r>
            <a:endParaRPr/>
          </a:p>
        </p:txBody>
      </p:sp>
      <p:sp>
        <p:nvSpPr>
          <p:cNvPr id="237" name="Google Shape;23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blade of scapula</a:t>
            </a:r>
            <a:endParaRPr/>
          </a:p>
        </p:txBody>
      </p:sp>
      <p:sp>
        <p:nvSpPr>
          <p:cNvPr id="243" name="Google Shape;24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249" name="Google Shape;24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Periosteal bone reaction distal tibia</a:t>
            </a:r>
            <a:endParaRPr/>
          </a:p>
        </p:txBody>
      </p:sp>
      <p:sp>
        <p:nvSpPr>
          <p:cNvPr id="255" name="Google Shape;25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261" name="Google Shape;26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4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38175" y="165100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2875" y="-544500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1755" y="566666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0" y="3079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243619">
            <a:off x="60564" y="231786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0225" y="-1322350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5"/>
          <p:cNvPicPr preferRelativeResize="0"/>
          <p:nvPr/>
        </p:nvPicPr>
        <p:blipFill rotWithShape="1">
          <a:blip r:embed="rId3">
            <a:alphaModFix/>
          </a:blip>
          <a:srcRect b="-4159" l="-10290" r="10290" t="4160"/>
          <a:stretch/>
        </p:blipFill>
        <p:spPr>
          <a:xfrm>
            <a:off x="370195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00" y="946100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60150" y="-12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95325" y="144142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2020-09-06T11:33:09Z</dcterms:created>
  <dc:creator>Asaad Osman</dc:creator>
</cp:coreProperties>
</file>