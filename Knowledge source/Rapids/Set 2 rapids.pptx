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hieRA/VcxvmPqUo3opojQ5tng0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customschemas.google.com/relationships/presentationmetadata" Target="metadata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Lisfranc injury</a:t>
            </a:r>
            <a:endParaRPr/>
          </a:p>
        </p:txBody>
      </p:sp>
      <p:sp>
        <p:nvSpPr>
          <p:cNvPr id="93" name="Google Shape;9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99" name="Google Shape;9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Radiocapitellar dissociation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aka radial head dislocation</a:t>
            </a:r>
            <a:endParaRPr/>
          </a:p>
        </p:txBody>
      </p:sp>
      <p:sp>
        <p:nvSpPr>
          <p:cNvPr id="105" name="Google Shape;10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11" name="Google Shape;11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Radial head fracture</a:t>
            </a:r>
            <a:endParaRPr/>
          </a:p>
        </p:txBody>
      </p:sp>
      <p:sp>
        <p:nvSpPr>
          <p:cNvPr id="117" name="Google Shape;11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C2 body fracture</a:t>
            </a:r>
            <a:endParaRPr/>
          </a:p>
        </p:txBody>
      </p:sp>
      <p:sp>
        <p:nvSpPr>
          <p:cNvPr id="123" name="Google Shape;12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Fracture distal tibial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Toddlers fracture</a:t>
            </a:r>
            <a:endParaRPr/>
          </a:p>
        </p:txBody>
      </p:sp>
      <p:sp>
        <p:nvSpPr>
          <p:cNvPr id="129" name="Google Shape;12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Talar fracture</a:t>
            </a:r>
            <a:endParaRPr/>
          </a:p>
        </p:txBody>
      </p:sp>
      <p:sp>
        <p:nvSpPr>
          <p:cNvPr id="135" name="Google Shape;13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41" name="Google Shape;14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Vertebral compression mid-thoracic</a:t>
            </a:r>
            <a:endParaRPr/>
          </a:p>
        </p:txBody>
      </p:sp>
      <p:sp>
        <p:nvSpPr>
          <p:cNvPr id="147" name="Google Shape;14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53" name="Google Shape;15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Stress fracture – medial cortex 2</a:t>
            </a:r>
            <a:r>
              <a:rPr baseline="30000" lang="en-GB"/>
              <a:t>nd</a:t>
            </a:r>
            <a:r>
              <a:rPr lang="en-GB"/>
              <a:t> metatarsal</a:t>
            </a:r>
            <a:endParaRPr/>
          </a:p>
        </p:txBody>
      </p:sp>
      <p:sp>
        <p:nvSpPr>
          <p:cNvPr id="159" name="Google Shape;15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65" name="Google Shape;16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71" name="Google Shape;17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Avulsed medial epicondyle</a:t>
            </a:r>
            <a:endParaRPr/>
          </a:p>
        </p:txBody>
      </p:sp>
      <p:sp>
        <p:nvSpPr>
          <p:cNvPr id="177" name="Google Shape;17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left sufe</a:t>
            </a:r>
            <a:endParaRPr/>
          </a:p>
        </p:txBody>
      </p:sp>
      <p:sp>
        <p:nvSpPr>
          <p:cNvPr id="183" name="Google Shape;18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89" name="Google Shape;18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C1/C2 subluxation</a:t>
            </a:r>
            <a:endParaRPr/>
          </a:p>
        </p:txBody>
      </p:sp>
      <p:sp>
        <p:nvSpPr>
          <p:cNvPr id="195" name="Google Shape;19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Lunate dislocation</a:t>
            </a:r>
            <a:endParaRPr/>
          </a:p>
        </p:txBody>
      </p:sp>
      <p:sp>
        <p:nvSpPr>
          <p:cNvPr id="201" name="Google Shape;201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Bilateral condylar fractures</a:t>
            </a:r>
            <a:endParaRPr/>
          </a:p>
        </p:txBody>
      </p:sp>
      <p:sp>
        <p:nvSpPr>
          <p:cNvPr id="207" name="Google Shape;20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ASIS avulsion</a:t>
            </a:r>
            <a:endParaRPr/>
          </a:p>
        </p:txBody>
      </p:sp>
      <p:sp>
        <p:nvSpPr>
          <p:cNvPr id="213" name="Google Shape;213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219" name="Google Shape;21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225" name="Google Shape;225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231" name="Google Shape;231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Odontoid peg fracture</a:t>
            </a:r>
            <a:endParaRPr/>
          </a:p>
        </p:txBody>
      </p:sp>
      <p:sp>
        <p:nvSpPr>
          <p:cNvPr id="237" name="Google Shape;237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Dislocated base of 5</a:t>
            </a:r>
            <a:r>
              <a:rPr baseline="30000" lang="en-GB"/>
              <a:t>th</a:t>
            </a:r>
            <a:r>
              <a:rPr lang="en-GB"/>
              <a:t> metacarpal</a:t>
            </a:r>
            <a:endParaRPr/>
          </a:p>
        </p:txBody>
      </p:sp>
      <p:sp>
        <p:nvSpPr>
          <p:cNvPr id="243" name="Google Shape;243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249" name="Google Shape;249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Perilunate dislocation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Radial styloid fracture</a:t>
            </a:r>
            <a:endParaRPr/>
          </a:p>
        </p:txBody>
      </p:sp>
      <p:sp>
        <p:nvSpPr>
          <p:cNvPr id="255" name="Google Shape;255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Stress fracture 3</a:t>
            </a:r>
            <a:r>
              <a:rPr baseline="30000" lang="en-GB"/>
              <a:t>rd</a:t>
            </a:r>
            <a:r>
              <a:rPr lang="en-GB"/>
              <a:t> metatarsal</a:t>
            </a:r>
            <a:endParaRPr/>
          </a:p>
        </p:txBody>
      </p:sp>
      <p:sp>
        <p:nvSpPr>
          <p:cNvPr id="261" name="Google Shape;261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4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2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6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8672" y="-595847"/>
            <a:ext cx="660241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1737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575" y="1129500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3525" y="-68250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66625" y="1522400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2020-09-06T10:12:01Z</dcterms:created>
  <dc:creator>Asaad Osman</dc:creator>
</cp:coreProperties>
</file>